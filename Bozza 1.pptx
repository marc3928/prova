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zione 1" id="{4171D53E-B60F-4B40-A6C4-8BE3D8F30094}">
          <p14:sldIdLst>
            <p14:sldId id="256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 autoAdjust="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D4DA76-FF06-B9C8-938D-017172C94B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7C2E045-7E7B-FCFC-35E3-CF8261C04B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90FE02A-A643-C73B-FD2B-D58AEE7F5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515-AA7F-4F0D-B6BE-7F64920EA368}" type="datetimeFigureOut">
              <a:rPr lang="it-IT" smtClean="0"/>
              <a:t>11/06/2026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86FA8AF-34C0-4446-87D3-AAC7458AA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B26F2DD-768F-9401-1FF9-DEF81AA5F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DA74-6557-4AA1-A746-737DD899060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33210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4F278F3-716C-01FE-68F6-2B999DBE0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3353955-4D31-7A93-CA15-4EAD17CF0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D64ED41-8BAE-7E24-5320-F53A52801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515-AA7F-4F0D-B6BE-7F64920EA368}" type="datetimeFigureOut">
              <a:rPr lang="it-IT" smtClean="0"/>
              <a:t>11/06/2026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5BAC619-AD79-6D5D-3BE0-094FE0463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2AF57A8-631F-8CBD-1FC0-A1C087AF8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DA74-6557-4AA1-A746-737DD899060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3287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56FDB1-DF1B-C109-B89B-1C60C53FF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5858378-377E-EA73-36C4-D40D8E09E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AE3B08F-3052-CA27-363B-5E30E3ADF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515-AA7F-4F0D-B6BE-7F64920EA368}" type="datetimeFigureOut">
              <a:rPr lang="it-IT" smtClean="0"/>
              <a:t>11/06/2026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A51EBA-BBE5-E9B7-8919-0AD9F76C1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F5F8F0E-4AD9-46BA-85EC-0238C51B9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DA74-6557-4AA1-A746-737DD899060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86870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2982EA-259D-24E6-D7C9-949DA5612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45DD088-35A1-DE16-BCA6-8768C3F05E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D465E45-1663-6B9F-764D-D613210F2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CB7524D-3004-EC22-99F2-F23B1B568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515-AA7F-4F0D-B6BE-7F64920EA368}" type="datetimeFigureOut">
              <a:rPr lang="it-IT" smtClean="0"/>
              <a:t>11/06/2026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5D3F8D4-5381-6136-190A-177C97206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6225715-6A60-8C7D-C011-602DE11BA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DA74-6557-4AA1-A746-737DD899060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9959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B769E32-0051-204D-E67E-6939E3BD5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FE8BE0B-B8DE-CB45-E0EF-B66DD9F04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F7C83F3-F77E-F0D3-867F-830CB1CD72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3376282C-787C-A2AC-2CEE-46521C9484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9AD6421-93B3-8F34-ADFF-3426558BB6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EC6C3984-AAE9-9C20-21E8-722C58352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515-AA7F-4F0D-B6BE-7F64920EA368}" type="datetimeFigureOut">
              <a:rPr lang="it-IT" smtClean="0"/>
              <a:t>11/06/2026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645BBA79-EFF6-27E6-452E-81DF6CD1C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50DD8885-67B9-1584-ECC7-D197F7F82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DA74-6557-4AA1-A746-737DD899060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05805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F10E01-013C-933B-2FBA-867D38707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F7A6527-1C68-ED1C-5219-3C8CF1732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515-AA7F-4F0D-B6BE-7F64920EA368}" type="datetimeFigureOut">
              <a:rPr lang="it-IT" smtClean="0"/>
              <a:t>11/06/2026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D3A0144-359A-E8FB-8D75-AC8DD2957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7AECB36-4B15-CC3A-3D5F-51F29C2A2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DA74-6557-4AA1-A746-737DD899060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06805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D593270C-F19F-444E-A2C3-6BA7A49A8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515-AA7F-4F0D-B6BE-7F64920EA368}" type="datetimeFigureOut">
              <a:rPr lang="it-IT" smtClean="0"/>
              <a:t>11/06/2026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84EABB2-0633-C56E-3273-30CE8C499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A71E89C-6D74-211C-11F9-89D8EDF18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DA74-6557-4AA1-A746-737DD899060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14324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3438CC5-27D9-F9F3-0336-9394DE4A8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E182FEF-79A3-1DC3-2FB2-07B0B4A19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2A7FD65-0155-27B1-E95D-BF7E425338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526AD1D-8779-F04C-58FF-17B5C27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515-AA7F-4F0D-B6BE-7F64920EA368}" type="datetimeFigureOut">
              <a:rPr lang="it-IT" smtClean="0"/>
              <a:t>11/06/2026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A9596E4-912E-6F77-BC61-E7D983522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FD60AE3-67AA-751B-6C04-7C69D276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DA74-6557-4AA1-A746-737DD899060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12436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959D79D-BC4E-CEBB-F374-D6E2664CA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53E09B80-DEFE-1988-8614-D816E2D618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E020A54-B725-7C9A-D771-4B85F92578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78717F2-F841-854D-5C4D-58B2497FD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515-AA7F-4F0D-B6BE-7F64920EA368}" type="datetimeFigureOut">
              <a:rPr lang="it-IT" smtClean="0"/>
              <a:t>11/06/2026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B596E23-162E-828E-E76D-0EA613A7F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65638F0-7A3D-7367-1FB5-1E77CA90E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DA74-6557-4AA1-A746-737DD899060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10057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BFF7F9-65D6-7C57-0D39-C56ECB417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A3614B3-DEA8-E258-CCDF-C13CCFE339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8322A6D-E979-DB33-3056-34BFE254C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515-AA7F-4F0D-B6BE-7F64920EA368}" type="datetimeFigureOut">
              <a:rPr lang="it-IT" smtClean="0"/>
              <a:t>11/06/2026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6EF02DF-8C8B-DAD3-CA98-115738E9F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6ABDDC6-8840-BD41-7A82-9B7B23819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DA74-6557-4AA1-A746-737DD899060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6437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96276181-B94D-3354-2288-8B9264B398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848EBAF-36DF-5A13-F6C4-22803A6FD5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766B670-D6F4-720E-7603-BC2FBAEDE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515-AA7F-4F0D-B6BE-7F64920EA368}" type="datetimeFigureOut">
              <a:rPr lang="it-IT" smtClean="0"/>
              <a:t>11/06/2026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2646C58-1FD0-7CA6-18E4-194556CA7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B259CE5-1FA2-7A94-AD37-6BA800C94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CDA74-6557-4AA1-A746-737DD899060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70865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AD3D30CA-F2FE-363E-5671-AF36D8736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C547F7A-C1A7-71AD-FBB9-8FBDA90852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0FB8724-D86C-1F4E-88BB-EE3BD38CFC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6D515-AA7F-4F0D-B6BE-7F64920EA368}" type="datetimeFigureOut">
              <a:rPr lang="it-IT" smtClean="0"/>
              <a:t>11/06/2026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EB8A3C1-B6A5-CFB5-8A41-088AF93358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02B0CD6-036B-1595-D565-A3A2E1D4BF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CDA74-6557-4AA1-A746-737DD899060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82048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ttangolo 30">
            <a:extLst>
              <a:ext uri="{FF2B5EF4-FFF2-40B4-BE49-F238E27FC236}">
                <a16:creationId xmlns:a16="http://schemas.microsoft.com/office/drawing/2014/main" id="{D25F2955-89DA-EE41-9952-FAFBFE2842B7}"/>
              </a:ext>
            </a:extLst>
          </p:cNvPr>
          <p:cNvSpPr/>
          <p:nvPr/>
        </p:nvSpPr>
        <p:spPr>
          <a:xfrm>
            <a:off x="466344" y="0"/>
            <a:ext cx="64008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5437647E-7C24-3DEB-38C9-A4515CEB494A}"/>
              </a:ext>
            </a:extLst>
          </p:cNvPr>
          <p:cNvSpPr/>
          <p:nvPr/>
        </p:nvSpPr>
        <p:spPr>
          <a:xfrm>
            <a:off x="1234440" y="0"/>
            <a:ext cx="320040" cy="685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C3871030-C5D2-8CB8-B3B0-F7E60FD2318F}"/>
              </a:ext>
            </a:extLst>
          </p:cNvPr>
          <p:cNvSpPr/>
          <p:nvPr/>
        </p:nvSpPr>
        <p:spPr>
          <a:xfrm>
            <a:off x="1874520" y="0"/>
            <a:ext cx="475488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Rettangolo 33">
            <a:extLst>
              <a:ext uri="{FF2B5EF4-FFF2-40B4-BE49-F238E27FC236}">
                <a16:creationId xmlns:a16="http://schemas.microsoft.com/office/drawing/2014/main" id="{BBC5E6BB-4EFF-727B-69C7-96F829E86EDF}"/>
              </a:ext>
            </a:extLst>
          </p:cNvPr>
          <p:cNvSpPr/>
          <p:nvPr/>
        </p:nvSpPr>
        <p:spPr>
          <a:xfrm>
            <a:off x="2496312" y="0"/>
            <a:ext cx="173736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3572FF7C-0D97-A55A-8A80-9D9D9EC3BF26}"/>
                  </a:ext>
                </a:extLst>
              </p:cNvPr>
              <p:cNvSpPr txBox="1"/>
              <p:nvPr/>
            </p:nvSpPr>
            <p:spPr>
              <a:xfrm>
                <a:off x="5637276" y="2976372"/>
                <a:ext cx="13841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h𝑓𝑔h𝑔𝑚𝑢𝑔𝑚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3572FF7C-0D97-A55A-8A80-9D9D9EC3B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7276" y="2976372"/>
                <a:ext cx="1384161" cy="276999"/>
              </a:xfrm>
              <a:prstGeom prst="rect">
                <a:avLst/>
              </a:prstGeom>
              <a:blipFill>
                <a:blip r:embed="rId2"/>
                <a:stretch>
                  <a:fillRect l="-5727" t="-2174" r="-5727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2111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ttangolo 30">
            <a:extLst>
              <a:ext uri="{FF2B5EF4-FFF2-40B4-BE49-F238E27FC236}">
                <a16:creationId xmlns:a16="http://schemas.microsoft.com/office/drawing/2014/main" id="{D25F2955-89DA-EE41-9952-FAFBFE2842B7}"/>
              </a:ext>
            </a:extLst>
          </p:cNvPr>
          <p:cNvSpPr/>
          <p:nvPr/>
        </p:nvSpPr>
        <p:spPr>
          <a:xfrm>
            <a:off x="466344" y="0"/>
            <a:ext cx="32004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5437647E-7C24-3DEB-38C9-A4515CEB494A}"/>
              </a:ext>
            </a:extLst>
          </p:cNvPr>
          <p:cNvSpPr/>
          <p:nvPr/>
        </p:nvSpPr>
        <p:spPr>
          <a:xfrm>
            <a:off x="932688" y="0"/>
            <a:ext cx="621792" cy="685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C3871030-C5D2-8CB8-B3B0-F7E60FD2318F}"/>
              </a:ext>
            </a:extLst>
          </p:cNvPr>
          <p:cNvSpPr/>
          <p:nvPr/>
        </p:nvSpPr>
        <p:spPr>
          <a:xfrm>
            <a:off x="1874520" y="0"/>
            <a:ext cx="265176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2C2DE69E-3AE4-2102-31E3-CF8751AA8873}"/>
              </a:ext>
            </a:extLst>
          </p:cNvPr>
          <p:cNvSpPr/>
          <p:nvPr/>
        </p:nvSpPr>
        <p:spPr>
          <a:xfrm>
            <a:off x="2231136" y="0"/>
            <a:ext cx="438912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6964528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BA42302A-164E-7858-041D-DD5EF47B58DE}"/>
              </a:ext>
            </a:extLst>
          </p:cNvPr>
          <p:cNvSpPr/>
          <p:nvPr/>
        </p:nvSpPr>
        <p:spPr>
          <a:xfrm>
            <a:off x="466344" y="0"/>
            <a:ext cx="64008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A1A524EA-4886-24DA-9EDA-B326DEDEE321}"/>
              </a:ext>
            </a:extLst>
          </p:cNvPr>
          <p:cNvSpPr/>
          <p:nvPr/>
        </p:nvSpPr>
        <p:spPr>
          <a:xfrm>
            <a:off x="1234440" y="0"/>
            <a:ext cx="320040" cy="685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D2C13601-2E23-291A-4C71-9F9BB660BD66}"/>
              </a:ext>
            </a:extLst>
          </p:cNvPr>
          <p:cNvSpPr/>
          <p:nvPr/>
        </p:nvSpPr>
        <p:spPr>
          <a:xfrm>
            <a:off x="1874520" y="0"/>
            <a:ext cx="475488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B344994D-EC5F-3275-D7A3-64CE1F51AF80}"/>
              </a:ext>
            </a:extLst>
          </p:cNvPr>
          <p:cNvSpPr/>
          <p:nvPr/>
        </p:nvSpPr>
        <p:spPr>
          <a:xfrm>
            <a:off x="2496312" y="0"/>
            <a:ext cx="173736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3532850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Tema di Office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Marco</dc:creator>
  <cp:lastModifiedBy>Marco Speggiorin</cp:lastModifiedBy>
  <cp:revision>2</cp:revision>
  <dcterms:created xsi:type="dcterms:W3CDTF">2022-08-07T09:15:58Z</dcterms:created>
  <dcterms:modified xsi:type="dcterms:W3CDTF">2026-06-11T09:32:52Z</dcterms:modified>
</cp:coreProperties>
</file>